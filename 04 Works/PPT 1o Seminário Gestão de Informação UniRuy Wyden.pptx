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9"/>
  </p:notesMasterIdLst>
  <p:sldIdLst>
    <p:sldId id="256" r:id="rId5"/>
    <p:sldId id="1448944842" r:id="rId6"/>
    <p:sldId id="1448944847" r:id="rId7"/>
    <p:sldId id="259" r:id="rId8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005B"/>
    <a:srgbClr val="FF2A00"/>
    <a:srgbClr val="B4FC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032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09608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72BE2E5-C53B-4115-9A54-D8BA6D9E199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92FBB75D-85BB-43BF-A75C-9700D9C721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3532" y="2932934"/>
            <a:ext cx="3750468" cy="2248816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2AD26EA1-9748-44E3-B232-07330DFDB2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3" y="525796"/>
            <a:ext cx="3792000" cy="18000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1697169F-C56B-4189-A307-A2853A306BC5}"/>
              </a:ext>
            </a:extLst>
          </p:cNvPr>
          <p:cNvSpPr/>
          <p:nvPr userDrawn="1"/>
        </p:nvSpPr>
        <p:spPr>
          <a:xfrm>
            <a:off x="0" y="-38250"/>
            <a:ext cx="9144000" cy="5220000"/>
          </a:xfrm>
          <a:prstGeom prst="rect">
            <a:avLst/>
          </a:prstGeom>
          <a:solidFill>
            <a:srgbClr val="002C2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C0A207C0-B955-4401-AF12-CF53242709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" y="-144575"/>
            <a:ext cx="4657059" cy="2792417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45798619-212D-4D1E-81CE-D5B296300E8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1307" y="4216938"/>
            <a:ext cx="1896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6309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BD69EDC2-B707-4557-B0E8-CC7659A79FAE}"/>
              </a:ext>
            </a:extLst>
          </p:cNvPr>
          <p:cNvSpPr/>
          <p:nvPr userDrawn="1"/>
        </p:nvSpPr>
        <p:spPr>
          <a:xfrm>
            <a:off x="0" y="-56250"/>
            <a:ext cx="9144000" cy="52560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F1D5B860-F608-404D-A6E3-55CFD79087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6000" y="1671750"/>
            <a:ext cx="3792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587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/>
          </p:nvPr>
        </p:nvSpPr>
        <p:spPr>
          <a:xfrm>
            <a:off x="392388" y="1597822"/>
            <a:ext cx="7551149" cy="110252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058665" y="2914650"/>
            <a:ext cx="6218594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82CD95A-A8A7-4A28-A57B-5AFF58CAE495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D12BF48C-4100-432C-A72C-2CA72BFD98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33917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305176"/>
            <a:ext cx="7551149" cy="1021557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392388" y="2180034"/>
            <a:ext cx="7551149" cy="112514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79B2584-D82A-434C-907E-5AD4708B4A5F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BA4A514-A3EF-435D-BF62-1B39358486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77427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/>
          </p:nvPr>
        </p:nvSpPr>
        <p:spPr>
          <a:xfrm>
            <a:off x="457200" y="1371599"/>
            <a:ext cx="3718112" cy="339447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8A7463F-7713-42EA-8A15-BDA2961FCD24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7CC0238-F9AC-4816-B8CD-E40135A634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305743" y="1371599"/>
            <a:ext cx="3637794" cy="47982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 dirty="0"/>
          </a:p>
        </p:txBody>
      </p:sp>
      <p:sp>
        <p:nvSpPr>
          <p:cNvPr id="13" name="Texto do Título">
            <a:extLst>
              <a:ext uri="{FF2B5EF4-FFF2-40B4-BE49-F238E27FC236}">
                <a16:creationId xmlns:a16="http://schemas.microsoft.com/office/drawing/2014/main" id="{71A1DC59-F919-49D7-93AC-7F97FA4481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2388" y="377427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4" name="Nível de Corpo Um…">
            <a:extLst>
              <a:ext uri="{FF2B5EF4-FFF2-40B4-BE49-F238E27FC236}">
                <a16:creationId xmlns:a16="http://schemas.microsoft.com/office/drawing/2014/main" id="{DAE5C6F0-0EB8-4E38-B508-92B4D1C0536A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457200" y="1371599"/>
            <a:ext cx="3718112" cy="339447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B1D7A5D-A48A-4407-AC8A-A2B933367683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E9DF7DC-3AC6-4ACF-B842-7129C43146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78FD593-B78A-44C8-9101-48A080424BD4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00C5646E-5BBA-42C0-BB13-DF961E3AF3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79912"/>
            <a:ext cx="3008315" cy="8715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7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575050" y="379915"/>
            <a:ext cx="4368487" cy="4389836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392388" y="1251454"/>
            <a:ext cx="3008315" cy="3518297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F88ECC2-470E-4E41-8255-6900EE08FF82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007629A3-E5F3-4232-AC3E-7E773C88E9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/>
          </p:nvPr>
        </p:nvSpPr>
        <p:spPr>
          <a:xfrm>
            <a:off x="1424762" y="3599015"/>
            <a:ext cx="5486401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424762" y="377427"/>
            <a:ext cx="5486401" cy="30861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424762" y="4159556"/>
            <a:ext cx="5486401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F2456B8-1030-4813-B77D-CFBEB0573812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07B511C-2EB3-40D0-BCAC-2B9DB5137B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/>
          </p:nvPr>
        </p:nvSpPr>
        <p:spPr>
          <a:xfrm>
            <a:off x="392388" y="205978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92388" y="1200150"/>
            <a:ext cx="7551149" cy="3394473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6EBB230-F7F9-40F8-A09E-9AB050F119BB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F0E84E17-BDC1-41DD-97A2-C32AFF1C41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/>
          </p:nvPr>
        </p:nvSpPr>
        <p:spPr>
          <a:xfrm>
            <a:off x="6082331" y="377426"/>
            <a:ext cx="1797645" cy="4388645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92388" y="377426"/>
            <a:ext cx="5517594" cy="4388645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440BD70-AE55-46A6-B9E1-7E6B4A3E2597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3AB3B02-E76C-4FAB-AD1B-354C5F1CDE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377427"/>
            <a:ext cx="8229600" cy="85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371599"/>
            <a:ext cx="8229600" cy="3394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0" r:id="rId4"/>
    <p:sldLayoutId id="2147483651" r:id="rId5"/>
    <p:sldLayoutId id="2147483652" r:id="rId6"/>
    <p:sldLayoutId id="2147483653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jpe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BCB13E4-4A11-48C5-A5A3-7FAB1396ADAB}"/>
              </a:ext>
            </a:extLst>
          </p:cNvPr>
          <p:cNvSpPr txBox="1">
            <a:spLocks/>
          </p:cNvSpPr>
          <p:nvPr/>
        </p:nvSpPr>
        <p:spPr>
          <a:xfrm>
            <a:off x="442913" y="2559082"/>
            <a:ext cx="5819664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 fontScale="62500" lnSpcReduction="20000"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4000" b="1" dirty="0">
                <a:solidFill>
                  <a:schemeClr val="bg1"/>
                </a:solidFill>
              </a:rPr>
              <a:t>Gestão de Informação – Atividade XXXX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974EFB-1823-854F-EADA-689E053E3A06}"/>
              </a:ext>
            </a:extLst>
          </p:cNvPr>
          <p:cNvSpPr txBox="1">
            <a:spLocks/>
          </p:cNvSpPr>
          <p:nvPr/>
        </p:nvSpPr>
        <p:spPr>
          <a:xfrm>
            <a:off x="435819" y="3508916"/>
            <a:ext cx="7729985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3200" b="1" dirty="0">
                <a:solidFill>
                  <a:schemeClr val="bg1"/>
                </a:solidFill>
              </a:rPr>
              <a:t>Palestrante:  </a:t>
            </a:r>
            <a:r>
              <a:rPr lang="pt-BR" sz="3200" b="1" dirty="0" err="1">
                <a:solidFill>
                  <a:schemeClr val="bg1"/>
                </a:solidFill>
              </a:rPr>
              <a:t>xxxx</a:t>
            </a:r>
            <a:r>
              <a:rPr lang="pt-BR" sz="32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CF770C-2ECC-EF68-03A1-241E443FEDD9}"/>
              </a:ext>
            </a:extLst>
          </p:cNvPr>
          <p:cNvSpPr txBox="1">
            <a:spLocks/>
          </p:cNvSpPr>
          <p:nvPr/>
        </p:nvSpPr>
        <p:spPr>
          <a:xfrm>
            <a:off x="6262577" y="1609248"/>
            <a:ext cx="2450822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4000" b="1" dirty="0">
                <a:solidFill>
                  <a:schemeClr val="bg1"/>
                </a:solidFill>
              </a:rPr>
              <a:t>Seminário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Picture 6" descr="ícone premio, com, uma, estrela Livre de Hawcons Sports Stroke">
            <a:extLst>
              <a:ext uri="{FF2B5EF4-FFF2-40B4-BE49-F238E27FC236}">
                <a16:creationId xmlns:a16="http://schemas.microsoft.com/office/drawing/2014/main" id="{0DCBB5F1-1BA0-4EF0-8CDD-85ACE3E2E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1286" y="66748"/>
            <a:ext cx="561685" cy="561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ícone premio, com, uma, estrela Livre de Hawcons Sports Stroke">
            <a:extLst>
              <a:ext uri="{FF2B5EF4-FFF2-40B4-BE49-F238E27FC236}">
                <a16:creationId xmlns:a16="http://schemas.microsoft.com/office/drawing/2014/main" id="{6DEC8EFF-F062-4886-BF7B-9D3559543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487" y="59153"/>
            <a:ext cx="561684" cy="561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5CE899B-90E9-4B56-BBFE-5406760AA2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464" t="43957" r="33812" b="1"/>
          <a:stretch/>
        </p:blipFill>
        <p:spPr>
          <a:xfrm>
            <a:off x="7447962" y="1495940"/>
            <a:ext cx="849810" cy="452797"/>
          </a:xfrm>
          <a:prstGeom prst="rect">
            <a:avLst/>
          </a:prstGeom>
        </p:spPr>
      </p:pic>
      <p:pic>
        <p:nvPicPr>
          <p:cNvPr id="12" name="Gráfico 11" descr="Pódio estrutura de tópicos">
            <a:extLst>
              <a:ext uri="{FF2B5EF4-FFF2-40B4-BE49-F238E27FC236}">
                <a16:creationId xmlns:a16="http://schemas.microsoft.com/office/drawing/2014/main" id="{AA22EE61-D162-4749-B007-EFE949E00E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37195" y="628432"/>
            <a:ext cx="699300" cy="699300"/>
          </a:xfrm>
          <a:prstGeom prst="rect">
            <a:avLst/>
          </a:prstGeom>
        </p:spPr>
      </p:pic>
      <p:sp>
        <p:nvSpPr>
          <p:cNvPr id="13" name="TextBox 1">
            <a:extLst>
              <a:ext uri="{FF2B5EF4-FFF2-40B4-BE49-F238E27FC236}">
                <a16:creationId xmlns:a16="http://schemas.microsoft.com/office/drawing/2014/main" id="{5905B5EA-6B88-4832-A971-1787EC3B3F0B}"/>
              </a:ext>
            </a:extLst>
          </p:cNvPr>
          <p:cNvSpPr txBox="1"/>
          <p:nvPr/>
        </p:nvSpPr>
        <p:spPr>
          <a:xfrm>
            <a:off x="7206423" y="1189232"/>
            <a:ext cx="13608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 hangingPunct="1">
              <a:defRPr/>
            </a:pPr>
            <a:r>
              <a:rPr lang="pt-BR" sz="1200" kern="1200" dirty="0">
                <a:solidFill>
                  <a:prstClr val="black">
                    <a:lumMod val="65000"/>
                    <a:lumOff val="3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Verdana" panose="020B0604030504040204" pitchFamily="34" charset="0"/>
                <a:cs typeface="Verdana" panose="020B0604030504040204" pitchFamily="34" charset="0"/>
              </a:rPr>
              <a:t>Circuitos</a:t>
            </a:r>
          </a:p>
        </p:txBody>
      </p:sp>
      <p:sp>
        <p:nvSpPr>
          <p:cNvPr id="14" name="CaixaDeTexto 5">
            <a:extLst>
              <a:ext uri="{FF2B5EF4-FFF2-40B4-BE49-F238E27FC236}">
                <a16:creationId xmlns:a16="http://schemas.microsoft.com/office/drawing/2014/main" id="{5E8087FC-230A-4E94-87FD-DF8DAF2AE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645" y="0"/>
            <a:ext cx="4171908" cy="27699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defTabSz="685754" eaLnBrk="1" hangingPunct="1">
              <a:defRPr/>
            </a:pPr>
            <a:r>
              <a:rPr lang="pt-BR" sz="1200" b="1" dirty="0">
                <a:solidFill>
                  <a:srgbClr val="663300"/>
                </a:solidFill>
                <a:latin typeface="Bookman Old Style" panose="02050604050505020204" pitchFamily="18" charset="0"/>
                <a:cs typeface="+mn-cs"/>
                <a:sym typeface="Gill Sans" charset="0"/>
              </a:rPr>
              <a:t>AGENDA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9625603-C5B5-48EF-AE95-C4843C0F2FFF}"/>
              </a:ext>
            </a:extLst>
          </p:cNvPr>
          <p:cNvSpPr/>
          <p:nvPr/>
        </p:nvSpPr>
        <p:spPr>
          <a:xfrm>
            <a:off x="94520" y="277000"/>
            <a:ext cx="7111904" cy="2944396"/>
          </a:xfrm>
          <a:prstGeom prst="rect">
            <a:avLst/>
          </a:prstGeom>
          <a:grp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hangingPunct="1"/>
            <a:endParaRPr lang="pt-BR" sz="1350" kern="1200">
              <a:solidFill>
                <a:prstClr val="white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46E0924-19D5-48A3-A437-7E97CC5DAE83}"/>
              </a:ext>
            </a:extLst>
          </p:cNvPr>
          <p:cNvSpPr/>
          <p:nvPr/>
        </p:nvSpPr>
        <p:spPr>
          <a:xfrm>
            <a:off x="94519" y="400769"/>
            <a:ext cx="6412604" cy="2944396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/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  <a:sym typeface="Gill Sans" charset="0"/>
              </a:rPr>
              <a:t>Concepção/Idealização do Projeto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  <a:sym typeface="Gill Sans" charset="0"/>
              </a:rPr>
              <a:t>Vista do Circuito (Imagem do projeto)</a:t>
            </a: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</a:rPr>
              <a:t>Lista de Componentes Utilizados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</a:rPr>
              <a:t>Vista Esquemática do Circuito </a:t>
            </a: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  <a:sym typeface="Gill Sans" charset="0"/>
              </a:rPr>
              <a:t>(</a:t>
            </a:r>
            <a:r>
              <a:rPr lang="pt-BR" sz="1200" kern="1200">
                <a:solidFill>
                  <a:srgbClr val="887E6F"/>
                </a:solidFill>
                <a:latin typeface="Bookman Old Style"/>
                <a:ea typeface="+mn-ea"/>
                <a:cs typeface="+mn-cs"/>
                <a:sym typeface="Gill Sans" charset="0"/>
              </a:rPr>
              <a:t>Circuito elétrico)</a:t>
            </a: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</a:rPr>
              <a:t>Simulação do Projeto: Física ou Virtual (Plataforma)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</a:rPr>
              <a:t>Perguntas da Plateia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9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</p:txBody>
      </p:sp>
      <p:pic>
        <p:nvPicPr>
          <p:cNvPr id="22" name="Imagem 21" descr="Uma imagem contendo estrada, edifício, ao ar livre, rua&#10;&#10;Descrição gerada automaticamente">
            <a:extLst>
              <a:ext uri="{FF2B5EF4-FFF2-40B4-BE49-F238E27FC236}">
                <a16:creationId xmlns:a16="http://schemas.microsoft.com/office/drawing/2014/main" id="{F95CDA4E-FFC4-4AA7-B46E-B48E5324020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66" y="3464625"/>
            <a:ext cx="1614800" cy="1357210"/>
          </a:xfrm>
          <a:prstGeom prst="rect">
            <a:avLst/>
          </a:prstGeom>
        </p:spPr>
      </p:pic>
      <p:pic>
        <p:nvPicPr>
          <p:cNvPr id="23" name="Imagem 22" descr="Ponte por cima de entrada de estabelecimento&#10;&#10;Descrição gerada automaticamente com confiança média">
            <a:extLst>
              <a:ext uri="{FF2B5EF4-FFF2-40B4-BE49-F238E27FC236}">
                <a16:creationId xmlns:a16="http://schemas.microsoft.com/office/drawing/2014/main" id="{F0A82F93-B3B0-4B50-BB15-0F50D1CF3AF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464625"/>
            <a:ext cx="1529517" cy="1278105"/>
          </a:xfrm>
          <a:prstGeom prst="rect">
            <a:avLst/>
          </a:prstGeom>
        </p:spPr>
      </p:pic>
      <p:pic>
        <p:nvPicPr>
          <p:cNvPr id="24" name="Imagem 23" descr="Loja com portas de vidro&#10;&#10;Descrição gerada automaticamente">
            <a:extLst>
              <a:ext uri="{FF2B5EF4-FFF2-40B4-BE49-F238E27FC236}">
                <a16:creationId xmlns:a16="http://schemas.microsoft.com/office/drawing/2014/main" id="{F441C86D-2E35-4447-B899-4FB2D2D25D1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702" y="3464625"/>
            <a:ext cx="1658964" cy="1398151"/>
          </a:xfrm>
          <a:prstGeom prst="rect">
            <a:avLst/>
          </a:prstGeom>
        </p:spPr>
      </p:pic>
      <p:pic>
        <p:nvPicPr>
          <p:cNvPr id="25" name="Imagem 15" descr="Texto, Logotipo&#10;&#10;Descrição gerada automaticamente">
            <a:extLst>
              <a:ext uri="{FF2B5EF4-FFF2-40B4-BE49-F238E27FC236}">
                <a16:creationId xmlns:a16="http://schemas.microsoft.com/office/drawing/2014/main" id="{270D1796-7301-4B25-83DD-5407881663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3453" y="3423684"/>
            <a:ext cx="1529517" cy="139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44012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796" y="255462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Conteúdo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42274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7C63-F2EC-3C46-F573-CE240809155A}"/>
              </a:ext>
            </a:extLst>
          </p:cNvPr>
          <p:cNvSpPr txBox="1">
            <a:spLocks/>
          </p:cNvSpPr>
          <p:nvPr/>
        </p:nvSpPr>
        <p:spPr>
          <a:xfrm>
            <a:off x="722900" y="4029915"/>
            <a:ext cx="7729985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3200" b="1" dirty="0">
                <a:solidFill>
                  <a:schemeClr val="bg1"/>
                </a:solidFill>
              </a:rPr>
              <a:t>Obrigado!!! 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Personalizada 2">
      <a:majorFont>
        <a:latin typeface="Big Shoulders Display Black"/>
        <a:ea typeface="Calibri"/>
        <a:cs typeface="Calibri"/>
      </a:majorFont>
      <a:minorFont>
        <a:latin typeface="Georam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7E326A6FBD7C948AAF887265A2DB080" ma:contentTypeVersion="13" ma:contentTypeDescription="Crie um novo documento." ma:contentTypeScope="" ma:versionID="5629727caf6964b78819cfb788ada473">
  <xsd:schema xmlns:xsd="http://www.w3.org/2001/XMLSchema" xmlns:xs="http://www.w3.org/2001/XMLSchema" xmlns:p="http://schemas.microsoft.com/office/2006/metadata/properties" xmlns:ns2="bab2302b-9cf7-40b9-b316-803bc24ea342" xmlns:ns3="c298cbf6-df3b-44f4-88ee-2b3d9158f680" targetNamespace="http://schemas.microsoft.com/office/2006/metadata/properties" ma:root="true" ma:fieldsID="929990cc5bdd3bebd2af3f9d94cdeeec" ns2:_="" ns3:_="">
    <xsd:import namespace="bab2302b-9cf7-40b9-b316-803bc24ea342"/>
    <xsd:import namespace="c298cbf6-df3b-44f4-88ee-2b3d9158f6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b2302b-9cf7-40b9-b316-803bc24ea3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98cbf6-df3b-44f4-88ee-2b3d9158f68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A7BB859-CC6B-497C-9B96-0A0D80ADCD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b2302b-9cf7-40b9-b316-803bc24ea342"/>
    <ds:schemaRef ds:uri="c298cbf6-df3b-44f4-88ee-2b3d9158f6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ED456AD-07D2-43E3-AD57-2C904906666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1A30F4-F1EA-4F98-A164-76D337EE556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1317</TotalTime>
  <Words>53</Words>
  <Application>Microsoft Office PowerPoint</Application>
  <PresentationFormat>Apresentação na tela (16:9)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Big Shoulders Display Black</vt:lpstr>
      <vt:lpstr>Bookman Old Style</vt:lpstr>
      <vt:lpstr>Calibri</vt:lpstr>
      <vt:lpstr>Wingdings</vt:lpstr>
      <vt:lpstr>Office Theme</vt:lpstr>
      <vt:lpstr>Apresentação do PowerPoint</vt:lpstr>
      <vt:lpstr>Apresentação do PowerPoint</vt:lpstr>
      <vt:lpstr>Conteúdo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NONONONONO NONONONONO NONONONO</dc:title>
  <dc:creator>Anderson Carvalho dos  Santos</dc:creator>
  <cp:lastModifiedBy>Heleno Cardoso</cp:lastModifiedBy>
  <cp:revision>105</cp:revision>
  <dcterms:modified xsi:type="dcterms:W3CDTF">2026-03-09T16:12:13Z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0x010100E7E326A6FBD7C948AAF887265A2DB080</vt:lpwstr>
  </property>
</Properties>
</file>